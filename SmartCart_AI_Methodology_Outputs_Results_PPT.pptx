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Logistic Regression</c:v>
                </c:pt>
                <c:pt idx="1">
                  <c:v>Random Forest</c:v>
                </c:pt>
                <c:pt idx="2">
                  <c:v>TabNet</c:v>
                </c:pt>
                <c:pt idx="3">
                  <c:v>XGBoost</c:v>
                </c:pt>
                <c:pt idx="4">
                  <c:v>LightGBM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0.71199999999999997</c:v>
                </c:pt>
                <c:pt idx="1">
                  <c:v>0.83099999999999996</c:v>
                </c:pt>
                <c:pt idx="2">
                  <c:v>0.86499999999999999</c:v>
                </c:pt>
                <c:pt idx="3">
                  <c:v>0.88100000000000001</c:v>
                </c:pt>
                <c:pt idx="4">
                  <c:v>0.88400000000000001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CD-4EFE-A68A-4F35096091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2"/>
          <c:min val="0.6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4311501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 err="1"/>
              <a:t>SmartCart</a:t>
            </a:r>
            <a:r>
              <a:rPr dirty="0"/>
              <a:t> AI</a:t>
            </a:r>
          </a:p>
          <a:p>
            <a:pPr>
              <a:defRPr sz="2200">
                <a:solidFill>
                  <a:srgbClr val="BFDBFE"/>
                </a:solidFill>
              </a:defRPr>
            </a:pPr>
            <a:r>
              <a:rPr dirty="0"/>
              <a:t>Smart Business Analytics </a:t>
            </a:r>
            <a:r>
              <a:rPr lang="en-US" dirty="0"/>
              <a:t>Dashboard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77240" y="3749039"/>
            <a:ext cx="23317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rPr lang="en-IN" sz="2000" dirty="0">
                <a:solidFill>
                  <a:srgbClr val="E2E8F0"/>
                </a:solidFill>
                <a:latin typeface="Inter SemiBold"/>
              </a:rPr>
              <a:t>Bhanu Prakash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endParaRPr dirty="0"/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dirty="0"/>
              <a:t>242003036</a:t>
            </a:r>
            <a:r>
              <a:rPr dirty="0"/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3749039"/>
            <a:ext cx="23317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rPr lang="en-US" sz="2400" dirty="0" err="1"/>
              <a:t>Pranhuling</a:t>
            </a:r>
            <a:endParaRPr sz="2400" dirty="0"/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dirty="0"/>
              <a:t>242</a:t>
            </a:r>
            <a:r>
              <a:rPr dirty="0"/>
              <a:t>0</a:t>
            </a:r>
            <a:r>
              <a:rPr lang="en-US" dirty="0"/>
              <a:t>030369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63640" y="3749039"/>
            <a:ext cx="23317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rPr lang="en-US" sz="2000" dirty="0"/>
              <a:t>Pavan </a:t>
            </a:r>
            <a:r>
              <a:rPr lang="en-US" sz="2000" dirty="0" err="1"/>
              <a:t>teja</a:t>
            </a:r>
            <a:endParaRPr sz="2000" dirty="0"/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dirty="0"/>
              <a:t>2420</a:t>
            </a:r>
            <a:r>
              <a:rPr dirty="0"/>
              <a:t>0</a:t>
            </a:r>
            <a:r>
              <a:rPr lang="en-US" dirty="0"/>
              <a:t>30497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9006840" y="3749039"/>
            <a:ext cx="23317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rPr lang="en-US" sz="2400" dirty="0" err="1"/>
              <a:t>Poojan</a:t>
            </a:r>
            <a:endParaRPr sz="2400" dirty="0"/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dirty="0"/>
              <a:t>2420030436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BEAFE"/>
                </a:solidFill>
              </a:defRPr>
            </a:pPr>
            <a:r>
              <a:t>Methodology • Implementation • Output Screens •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Integrated e-commerce interface with analytics, forecasting, churn indicators and explainable-AI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Products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25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Catalog items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3444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Orders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Initial local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Revenue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₹0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Before checkout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23444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ML Confidence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88%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Displayed dashboard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539496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Core application modules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Home – platform overview and KPIs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Shop – search, categories and 25 products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Cart – quantity control, delete, clear and checkout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Analytics – forecast, churn risk, XAI and what-if scenarios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Architecture – data/ML pipeline representation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Admin – inventory, benchmark, confusion matrix and SHAP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97480"/>
            <a:ext cx="53035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Implementation approach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Single HTML application with CSS + JavaScript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Client-side state stored using localStorage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Order checkout updates order and sales state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Analytics values refresh from application state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The attached file is a working front-end demonstration; external Kafka/Redis/ML services are represented in the architecture 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End-to-end workflow used to organize the SmartCart AI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691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1. Data / Catalog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Products, prices, stock and user interactions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2130552" y="2542032"/>
            <a:ext cx="201168" cy="45720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68296" y="1828800"/>
            <a:ext cx="1691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2. Preprocessing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Validate, normalize and maintain application state</a:t>
            </a:r>
          </a:p>
        </p:txBody>
      </p:sp>
      <p:sp>
        <p:nvSpPr>
          <p:cNvPr id="8" name="Chevron 7"/>
          <p:cNvSpPr/>
          <p:nvPr/>
        </p:nvSpPr>
        <p:spPr>
          <a:xfrm>
            <a:off x="4087368" y="2542032"/>
            <a:ext cx="201168" cy="45720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5112" y="1828800"/>
            <a:ext cx="1691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3. Feature Logic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RFM-style and behavioral indicators</a:t>
            </a:r>
          </a:p>
        </p:txBody>
      </p:sp>
      <p:sp>
        <p:nvSpPr>
          <p:cNvPr id="10" name="Chevron 9"/>
          <p:cNvSpPr/>
          <p:nvPr/>
        </p:nvSpPr>
        <p:spPr>
          <a:xfrm>
            <a:off x="6044184" y="2542032"/>
            <a:ext cx="201168" cy="45720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81928" y="1828800"/>
            <a:ext cx="1691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4. Prediction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Forecast revenue, orders and churn risk</a:t>
            </a:r>
          </a:p>
        </p:txBody>
      </p:sp>
      <p:sp>
        <p:nvSpPr>
          <p:cNvPr id="12" name="Chevron 11"/>
          <p:cNvSpPr/>
          <p:nvPr/>
        </p:nvSpPr>
        <p:spPr>
          <a:xfrm>
            <a:off x="8001000" y="2542032"/>
            <a:ext cx="201168" cy="45720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38744" y="1828800"/>
            <a:ext cx="1691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5. XAI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Show important customer-risk drivers</a:t>
            </a:r>
          </a:p>
        </p:txBody>
      </p:sp>
      <p:sp>
        <p:nvSpPr>
          <p:cNvPr id="14" name="Chevron 13"/>
          <p:cNvSpPr/>
          <p:nvPr/>
        </p:nvSpPr>
        <p:spPr>
          <a:xfrm>
            <a:off x="9957816" y="2542032"/>
            <a:ext cx="201168" cy="45720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95560" y="1828800"/>
            <a:ext cx="1691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6. Decision UI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Analytics, admin and what-if dashboards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51960"/>
            <a:ext cx="10881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rPr dirty="0"/>
              <a:t> explanation 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rPr dirty="0"/>
              <a:t>“We first manage the product and transaction state, then calculate business indicators, generate predictive values, explain risk drivers, and finally present the results through interactive dashboard modules.”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Output Screen 1 — Home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Recreated from the supplied SmartCart AI HTML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Products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25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Products 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Orders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Initial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Revenue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₹0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Initial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ML Confidence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88%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Displayed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10469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🛍️ SmartCart AI</a:t>
            </a:r>
          </a:p>
          <a:p>
            <a:pPr>
              <a:defRPr sz="2600" b="1">
                <a:solidFill>
                  <a:srgbClr val="111827"/>
                </a:solidFill>
              </a:defRPr>
            </a:pPr>
            <a:r>
              <a:t>Shop Smart.  Predict Faster.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AI-powered e-commerce analytics, prediction and decision support</a:t>
            </a:r>
          </a:p>
          <a:p>
            <a:pPr>
              <a:defRPr sz="1700" b="1">
                <a:solidFill>
                  <a:srgbClr val="111827"/>
                </a:solidFill>
              </a:defRPr>
            </a:pPr>
            <a:r>
              <a:t>Platform Capabilities</a:t>
            </a:r>
          </a:p>
          <a:p>
            <a:pPr>
              <a:defRPr sz="1000">
                <a:solidFill>
                  <a:srgbClr val="172033"/>
                </a:solidFill>
              </a:defRPr>
            </a:pPr>
            <a:r>
              <a:t>✓ Automated data processing</a:t>
            </a:r>
          </a:p>
          <a:p>
            <a:pPr>
              <a:defRPr sz="1000">
                <a:solidFill>
                  <a:srgbClr val="172033"/>
                </a:solidFill>
              </a:defRPr>
            </a:pPr>
            <a:r>
              <a:t>✓ PostgreSQL-ready architecture</a:t>
            </a:r>
          </a:p>
          <a:p>
            <a:pPr>
              <a:defRPr sz="1000">
                <a:solidFill>
                  <a:srgbClr val="172033"/>
                </a:solidFill>
              </a:defRPr>
            </a:pPr>
            <a:r>
              <a:t>✓ Sales forecasting</a:t>
            </a:r>
          </a:p>
          <a:p>
            <a:pPr>
              <a:defRPr sz="1000">
                <a:solidFill>
                  <a:srgbClr val="172033"/>
                </a:solidFill>
              </a:defRPr>
            </a:pPr>
            <a:r>
              <a:t>✓ Customer churn prediction</a:t>
            </a:r>
          </a:p>
          <a:p>
            <a:pPr>
              <a:defRPr sz="1000">
                <a:solidFill>
                  <a:srgbClr val="172033"/>
                </a:solidFill>
              </a:defRPr>
            </a:pPr>
            <a:r>
              <a:t>✓ Anomaly detection</a:t>
            </a:r>
          </a:p>
          <a:p>
            <a:pPr>
              <a:defRPr sz="1000">
                <a:solidFill>
                  <a:srgbClr val="172033"/>
                </a:solidFill>
              </a:defRPr>
            </a:pPr>
            <a:r>
              <a:t>✓ Explainable AI using SHAP</a:t>
            </a:r>
          </a:p>
          <a:p>
            <a:pPr>
              <a:defRPr sz="1000">
                <a:solidFill>
                  <a:srgbClr val="172033"/>
                </a:solidFill>
              </a:defRPr>
            </a:pPr>
            <a:r>
              <a:t>✓ Real-time analytics</a:t>
            </a:r>
          </a:p>
          <a:p>
            <a:pPr>
              <a:defRPr sz="1000">
                <a:solidFill>
                  <a:srgbClr val="172033"/>
                </a:solidFill>
              </a:defRPr>
            </a:pPr>
            <a:r>
              <a:t>✓ Interactive business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Output Screen 2 — Shop &amp; Cart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application contains product filtering, search, stock indicators and checkout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Wireless Charger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₹899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Stock: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3258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Premium Phone Case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₹499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Stock: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8132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20000mAh Power Bank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₹1,199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Stock: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8132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3258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Face Wash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₹349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Stock: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48132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Shop output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25 products across Mobile, Beauty, Home, Fashion and Health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Search filters by product name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Category buttons filter the product grid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Low-stock labels appear when stock ≤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52044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Cart / checkout output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Add to Cart and quantity + / − controls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Delete item and Clear Cart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Shipping: free at subtotal ≥ ₹2,000; otherwise ₹79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Tax: 8% of subtotal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Checkout creates an order ID and updates sales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Output Screen 3 —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Default output when there are no completed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Actual Revenue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₹0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No orders yet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30-Day Forecast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₹3,884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Calculated from catalog-price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Predicted Orders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5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Initial formula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Churn Probability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18%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Initial displayed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25780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Forecast output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Actual revenue = sum of completed order totals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If revenue &gt; 0, forecast = revenue × 1.16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If revenue = 0, baseline = total catalog price × 0.18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Default catalog baseline: ₹21,575 × 0.18 = ₹3,883.50 (displayed rounded)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Forecast variance is shown beside the forecast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606040"/>
            <a:ext cx="516636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Risk / XAI output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Initial churn risk = 0.18 when no orders exist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Risk label: LOW / MEDIUM RISK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Drivers displayed: Support Contact Frequency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30/90-Day Spending Drift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Cart Abandonment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attached HTML presents a four-tier enterprise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TIER 1</a:t>
            </a:r>
          </a:p>
          <a:p>
            <a:pPr>
              <a:defRPr sz="1600" b="1">
                <a:solidFill>
                  <a:srgbClr val="111827"/>
                </a:solidFill>
              </a:defRPr>
            </a:pPr>
            <a:r>
              <a:t>Ingestion &amp; Data Sources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JavaScript telemetry • Kafka • Debezium CDC • PostgreSQL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69280" y="2167128"/>
            <a:ext cx="457200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TIER 2</a:t>
            </a:r>
          </a:p>
          <a:p>
            <a:pPr>
              <a:defRPr sz="1600" b="1">
                <a:solidFill>
                  <a:srgbClr val="111827"/>
                </a:solidFill>
              </a:defRPr>
            </a:pPr>
            <a:r>
              <a:t>Streaming &amp; Feature Store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Feast • Redis Online Store • Snowflake / BigQuery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69280" y="3355848"/>
            <a:ext cx="457200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361188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TIER 3</a:t>
            </a:r>
          </a:p>
          <a:p>
            <a:pPr>
              <a:defRPr sz="1600" b="1">
                <a:solidFill>
                  <a:srgbClr val="111827"/>
                </a:solidFill>
              </a:defRPr>
            </a:pPr>
            <a:r>
              <a:t>Predictive ML &amp; XAI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LightGBM • XGBoost • TabNet • TreeSHAP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69280" y="4544568"/>
            <a:ext cx="457200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480060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TIER 4</a:t>
            </a:r>
          </a:p>
          <a:p>
            <a:pPr>
              <a:defRPr sz="1600" b="1">
                <a:solidFill>
                  <a:srgbClr val="111827"/>
                </a:solidFill>
              </a:defRPr>
            </a:pPr>
            <a:r>
              <a:t>Visualization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React • FastAPI • Power BI • DAX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Feature Engineering &amp; Prediction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Business-oriented indicators shown by the supplied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Feature examples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RFM — Recency, Frequency, Monetary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CAR — Cart Abandonment Ratio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SBR — Search-to-Buy Ratio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Spend Drift — 30-day vs 90-day spending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142 candidate features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32 selected features in the project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234440"/>
            <a:ext cx="3200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1. Customer ID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Real-time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103120"/>
            <a:ext cx="3200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2. Feature Store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Online + historical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971800"/>
            <a:ext cx="3200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3. Prediction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Churn probability + 90-day CLV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840479"/>
            <a:ext cx="3200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4. TreeSHAP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Risk explanation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709160"/>
            <a:ext cx="3200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5. Dashboard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Decision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234440"/>
            <a:ext cx="3611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Displayed decision signals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Churn probability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Model confidence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Forecast variance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Anomaly / monitoring message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Product predicted units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Expected sales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Replenish Stock / Strong Demand / Stable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Model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Values reproduced from the Model Benchmark table in the supplied HTML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28016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1325880"/>
          <a:ext cx="4572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SHAP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2.1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24.5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125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TabNet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48.2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310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12.1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18.4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.820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8.4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72033"/>
                          </a:solidFill>
                        </a:defRPr>
                      </a:pPr>
                      <a:r>
                        <a:t>14.2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Classification Output —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Values reproduced from the supplied Admin / Model Operations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TN</a:t>
            </a:r>
          </a:p>
          <a:p>
            <a:pPr algn="ctr">
              <a:defRPr sz="2500" b="1">
                <a:solidFill>
                  <a:srgbClr val="172033"/>
                </a:solidFill>
              </a:defRPr>
            </a:pPr>
            <a:r>
              <a:t>16,820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91C1C"/>
                </a:solidFill>
              </a:defRPr>
            </a:pPr>
            <a:r>
              <a:t>FP</a:t>
            </a:r>
          </a:p>
          <a:p>
            <a:pPr algn="ctr">
              <a:defRPr sz="2500" b="1">
                <a:solidFill>
                  <a:srgbClr val="172033"/>
                </a:solidFill>
              </a:defRPr>
            </a:pPr>
            <a:r>
              <a:t>1,430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FN</a:t>
            </a:r>
          </a:p>
          <a:p>
            <a:pPr algn="ctr">
              <a:defRPr sz="2500" b="1">
                <a:solidFill>
                  <a:srgbClr val="172033"/>
                </a:solidFill>
              </a:defRPr>
            </a:pPr>
            <a:r>
              <a:t>710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2461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TP</a:t>
            </a:r>
          </a:p>
          <a:p>
            <a:pPr algn="ctr">
              <a:defRPr sz="2500" b="1">
                <a:solidFill>
                  <a:srgbClr val="172033"/>
                </a:solidFill>
              </a:defRPr>
            </a:pPr>
            <a:r>
              <a:t>3,540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49377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Reported metrics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Recall: 83.3%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Specificity: 92.2%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The matrix represents 22,500 evaluated cases in the project result set.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Use this slide to explain false positives vs false negatives during viva.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Explainable AI — TreeSHAP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Risk drivers displayed by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2033"/>
                </a:solidFill>
              </a:defRPr>
            </a:pPr>
            <a:r>
              <a:t>Customer Support Contact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44752"/>
            <a:ext cx="576072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1444752"/>
            <a:ext cx="5472684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69880" y="13898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2033"/>
                </a:solidFill>
              </a:defRPr>
            </a:pPr>
            <a:r>
              <a:t>30/90-Day Spending Drift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87751"/>
            <a:ext cx="576072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0" y="2587751"/>
            <a:ext cx="4608576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69880" y="25328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72033"/>
                </a:solidFill>
              </a:defRPr>
            </a:pPr>
            <a:r>
              <a:t>Cart Abandonment Ratio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730752"/>
            <a:ext cx="576072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0" y="3730752"/>
            <a:ext cx="374446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69880" y="3675887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65%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983480"/>
            <a:ext cx="10058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Viva explanation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TreeSHAP-style explanations make the prediction more interpretable by showing which customer signals are associated with the displayed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Output Screen 4 — Admin &amp; Model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Inventory and model monitoring information shown in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Products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25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Catalog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Low Stock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Initial dashboard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Orders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Initial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2344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Revenue</a:t>
            </a:r>
          </a:p>
          <a:p>
            <a:pPr>
              <a:defRPr sz="2200" b="1">
                <a:solidFill>
                  <a:srgbClr val="172033"/>
                </a:solidFill>
              </a:defRPr>
            </a:pPr>
            <a:r>
              <a:t>₹0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Initial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2578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Inventory output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Product name, category, price and stock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Low-stock products are flagged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Admin view supports stock monitoring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Checkout updates sales data used by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606040"/>
            <a:ext cx="516636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Model operations output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Benchmark table for five models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Confusion matrix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TreeSHAP feature importance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Prediction and explainability latency are displayed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Results &amp;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Key outputs that can be demonstrated from the current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Functional UI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Home, Shop, Analytics, Architecture and Admin modules are implemented.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3444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Catalog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25 products are defined with category, price, emoji and stock.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Cart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Quantity updates, delete, clear-cart and checkout are implemented.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Persistence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Cart, orders and sales are stored in browser localStorage.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25196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Analytics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Revenue, forecast, predicted orders, churn risk and XAI drivers refresh from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25196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Monitoring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Forecast variance and stock-demand outcomes are displayed.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Implementation Status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Important distinction between the current demonstrator and production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Implemented in the supplied HTML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Interactive front-end navigation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25-product catalog and category filters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Cart and checkout workflow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Browser persistence with localStorage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Analytics calculations and what-if sliders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Admin tables and model-result displays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Next step for a real production system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Python FastAPI backend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PostgreSQL database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Pandas ETL pipeline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Actual trained LightGBM / XGBoost models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SHAP library for model explanations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Redis / Feast for online features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Kafka / CDC for streaming</a:t>
            </a:r>
          </a:p>
          <a:p>
            <a:pPr>
              <a:spcAft>
                <a:spcPts val="500"/>
              </a:spcAft>
              <a:defRPr sz="1100">
                <a:solidFill>
                  <a:srgbClr val="172033"/>
                </a:solidFill>
              </a:defRPr>
            </a:pPr>
            <a:r>
              <a:t>React / Power BI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SmartCart AI • Project presentation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3327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SmartCart AI combines e-commerce operations with business analytics and predictive-AI concepts.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The current application demonstrates the complete user-facing workflow from product browsing to analytics and administration.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The methodology is structured around data → features → prediction → explanation → decision support.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• The project can be extended from the current front-end demonstrator into a full Python + PostgreSQL + ML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FDBFE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1386</Words>
  <Application>Microsoft Office PowerPoint</Application>
  <PresentationFormat>Widescreen</PresentationFormat>
  <Paragraphs>316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7075405961p@gmail.com</cp:lastModifiedBy>
  <cp:revision>2</cp:revision>
  <dcterms:created xsi:type="dcterms:W3CDTF">2013-01-27T09:14:16Z</dcterms:created>
  <dcterms:modified xsi:type="dcterms:W3CDTF">2026-09-17T10:56:23Z</dcterms:modified>
  <cp:category/>
</cp:coreProperties>
</file>